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spc="18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TERMINAL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88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A real-time commodity intelligence platform — live prices, forward curves,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AI-driven news sentiment, statistical anomaly alerts &amp; AIS shipping intelligence.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4663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June 2026  ·  Yash Yeole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109728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8432" y="109728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84464" y="109728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8FAFC"/>
                </a:solidFill>
              </a:rPr>
              <a:t>WHAT IS HORIZON?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HORIZON is an end-to-end energy market intelligence terminal built for commodity traders, analysts, and researchers. It aggregates live market data, news, positioning, inventory, and shipping signals into a single unified interface.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192024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202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0299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Live Market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450592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Real-time prices for Brent, WTI, RBOB, Heating Oil &amp; Dubai Crude via Yahoo Finance + synthetic proxies.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920240"/>
            <a:ext cx="192024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920240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20299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AI News Sentiment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42616" y="2450592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Groq LLM (LLaMA 3.3-70B) scores every headline for directional crude-price impact — bullish / bearish / neutral.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920240"/>
            <a:ext cx="192024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92024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20299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Statistical Alerts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4024" y="2450592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Robust z-score engine (median + MAD) detects anomalies in prices, spreads, CFTC positioning &amp; EIA inventories.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75704" y="1920240"/>
            <a:ext cx="192024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75704" y="192024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20299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Shipping Intel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85432" y="2450592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Live AIS vessel tracking via aisstream.io — chokepoint monitoring, tanker density, and floating storage detection.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MARKET OVERVIEW —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solidFill>
            <a:srgbClr val="0B12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HORIZON  ·  Market Overview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9326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UTC  16:42:05   🔔  ⚙   👤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8321040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44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⚡ ALERTS   |  Brent +2.1σ  [WATCH]  ·  WTI Net Long +2.4σ  [ELEVATED]  ·  Crude Stocks −3.2 mb  [HIGH]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53949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Live Price Chart  ·  6 commodities  ·  1D / 1W / 1M / 3M / 1Y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8640" cy="-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606040"/>
            <a:ext cx="548640" cy="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697480"/>
            <a:ext cx="548640" cy="-22860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2468880"/>
            <a:ext cx="548640" cy="-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331720"/>
            <a:ext cx="548640" cy="11887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450592"/>
            <a:ext cx="548640" cy="-16459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2286000"/>
            <a:ext cx="548640" cy="-731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2212848"/>
            <a:ext cx="548640" cy="14630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359152"/>
            <a:ext cx="457200" cy="-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834640"/>
            <a:ext cx="548640" cy="-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2743200"/>
            <a:ext cx="548640" cy="457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788920"/>
            <a:ext cx="548640" cy="-1371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2651760"/>
            <a:ext cx="548640" cy="-1371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514600"/>
            <a:ext cx="548640" cy="6400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578608"/>
            <a:ext cx="548640" cy="-12801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2450592"/>
            <a:ext cx="548640" cy="-731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2377440"/>
            <a:ext cx="54864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2468880"/>
            <a:ext cx="457200" cy="-7315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1691640"/>
            <a:ext cx="28346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1737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Breaking News  ·  AI Sentiment Gauge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89320" y="2029968"/>
            <a:ext cx="2633472" cy="128016"/>
          </a:xfrm>
          <a:prstGeom prst="rect">
            <a:avLst/>
          </a:prstGeom>
          <a:solidFill>
            <a:srgbClr val="1F29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2029968"/>
            <a:ext cx="164592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176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Sentiment: BULLISH  +0.42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89320" y="2423160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· OPEC+ output to hold — geopolitical risk premium up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89320" y="2642616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· Iran export curbs tighten — Hormuz flows at risk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89320" y="2862072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· EIA crude draw of 3.2mb — bullish surprise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1480" y="3227832"/>
            <a:ext cx="2633472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264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Forward Curves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3840480"/>
            <a:ext cx="2286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977640"/>
            <a:ext cx="365760" cy="-1371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" y="3840480"/>
            <a:ext cx="365760" cy="-457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34440" y="3794760"/>
            <a:ext cx="365760" cy="-457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00200" y="3749040"/>
            <a:ext cx="365760" cy="-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65960" y="3730752"/>
            <a:ext cx="365760" cy="-1828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31720" y="3712464"/>
            <a:ext cx="365760" cy="-9144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3227832"/>
            <a:ext cx="2633472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3264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Spreads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91840" y="3840480"/>
            <a:ext cx="2286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0" y="3977640"/>
            <a:ext cx="365760" cy="-9144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0" y="3886200"/>
            <a:ext cx="365760" cy="-9144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23360" y="3794760"/>
            <a:ext cx="365760" cy="4572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9120" y="3840480"/>
            <a:ext cx="365760" cy="-9144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749040"/>
            <a:ext cx="365760" cy="7315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20640" y="3822192"/>
            <a:ext cx="365760" cy="-5486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89320" y="3227832"/>
            <a:ext cx="2633472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3264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Fly Structure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80760" y="3840480"/>
            <a:ext cx="2286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80760" y="3840480"/>
            <a:ext cx="365760" cy="914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46520" y="3931920"/>
            <a:ext cx="365760" cy="-13716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12280" y="3794760"/>
            <a:ext cx="365760" cy="18288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78040" y="3977640"/>
            <a:ext cx="365760" cy="-22860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43800" y="3749040"/>
            <a:ext cx="365760" cy="164592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09560" y="3913632"/>
            <a:ext cx="365760" cy="-18288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12618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———  Horizontal alert strip — Watch / Elevated / High tiers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11480" y="31363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Live chart: Brent (teal), WTI (amber) — up to 1Y history, 6 symbols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669280" y="3136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News feed with inline LLM sentiment gauge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LIVE PRICE TRACKER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157276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15727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Brent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$84.20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+1.23%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93976" y="914400"/>
            <a:ext cx="157276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93976" y="914400"/>
            <a:ext cx="157276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98755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WTI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93976" y="122529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$80.15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93976" y="152704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+0.95%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76472" y="914400"/>
            <a:ext cx="157276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76472" y="914400"/>
            <a:ext cx="15727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6472" y="98755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RBOB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122529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$2.641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76472" y="152704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+1.40%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58968" y="914400"/>
            <a:ext cx="157276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58968" y="914400"/>
            <a:ext cx="157276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8968" y="98755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Heating Oil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58968" y="122529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$2.512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152704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+0.82%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41464" y="914400"/>
            <a:ext cx="1572768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41464" y="914400"/>
            <a:ext cx="15727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1464" y="98755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Dubai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41464" y="1225296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$82.20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41464" y="152704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+1.18%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1847088"/>
            <a:ext cx="832104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901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Interactive price chart  ·  Time range: 1D / 1W / 1M / 3M / 1Y  ·  Select any commodity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931920"/>
            <a:ext cx="548640" cy="-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3749040"/>
            <a:ext cx="640080" cy="914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37360" y="3840480"/>
            <a:ext cx="640080" cy="-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3566160"/>
            <a:ext cx="548640" cy="-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0" y="3383280"/>
            <a:ext cx="640080" cy="914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3474720"/>
            <a:ext cx="548640" cy="-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0" y="3246120"/>
            <a:ext cx="640080" cy="-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108960"/>
            <a:ext cx="548640" cy="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0" y="3246120"/>
            <a:ext cx="548640" cy="-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2160" y="3063240"/>
            <a:ext cx="548640" cy="-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2926080"/>
            <a:ext cx="548640" cy="914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9440" y="3017520"/>
            <a:ext cx="548640" cy="-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8080" y="2834640"/>
            <a:ext cx="548640" cy="-914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0" y="2743200"/>
            <a:ext cx="548640" cy="-457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2971800"/>
            <a:ext cx="8046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3474720"/>
            <a:ext cx="80467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416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6 commodities: Brent, WTI, RBOB, Heating Oil, Nat Gas, Dubai Crude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" y="4416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Dubai Crude = synthetic proxy (Brent − $2.00 EFS spread) — clearly labeled 'Indicative'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1480" y="4416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Up to 1 year of daily OHLC history pulled from Yahoo Finance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4416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Candlestick + area modes, time-range selector, hover crosshair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1480" y="44074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6 commodities: Brent, WTI, RBOB, Heating Oil, Nat Gas, Dubai Crude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Dubai Crude = synthetic proxy (Brent − $2.00 EFS spread) — clearly labeled 'Indicative'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Up to 1 year of daily OHLC history pulled from Yahoo Finance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Candlestick + area modes, time-range selector, hover crosshair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FORWARD CURVES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 term-structure visualisation for all five commodities — M1 through M12+ contracts plotted on a single chart.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303520" cy="3017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Forward Curve  ·  Brent Crude  ·  Backwardation (spot &gt; deferred)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59436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011680"/>
            <a:ext cx="59436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2240280"/>
            <a:ext cx="59436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2423160"/>
            <a:ext cx="59436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606040"/>
            <a:ext cx="59436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788920"/>
            <a:ext cx="594360" cy="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2926080"/>
            <a:ext cx="502920" cy="10972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3035808"/>
            <a:ext cx="457200" cy="7315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194560"/>
            <a:ext cx="594360" cy="914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286000"/>
            <a:ext cx="594360" cy="457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2331720"/>
            <a:ext cx="594360" cy="2743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359152"/>
            <a:ext cx="594360" cy="1828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2377440"/>
            <a:ext cx="594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2377440"/>
            <a:ext cx="594360" cy="-1828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2359152"/>
            <a:ext cx="502920" cy="-2743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331720"/>
            <a:ext cx="457200" cy="-2743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06908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005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Current (Backwardated)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4251960"/>
            <a:ext cx="32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187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Prior week (Flat)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1298448"/>
            <a:ext cx="288036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4447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Commodities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9320" y="16550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Brent · WTI · RBOB · Heating Oil · Gas Oil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89320" y="2011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Data Source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2221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ICE settlement CSVs (Brent/Gas Oil)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Yahoo contract-month tickers (others)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25786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Structure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2788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Backwardation = bull signal (low stocks)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Contango = bearish / oversupply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9320" y="31455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Refresh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33558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5-min server cache, demand-pulled by frontend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89320" y="37124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Selectable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89320" y="39227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Commodity dropdown on Dashboard &amp; Crude tab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SPREADS &amp; BUTTERFLY MONITOR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Calendar spreads and fly structures for all 5 commodities — key signals for term-structure positioning and roll analysis.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02336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CALENDAR SPREADS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9601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642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M1-M2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72768" y="1664208"/>
            <a:ext cx="96012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16642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M1-M6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96896" y="1664208"/>
            <a:ext cx="96012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16642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M1-M12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65760" cy="-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017520"/>
            <a:ext cx="36576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3200400"/>
            <a:ext cx="365760" cy="-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2926080"/>
            <a:ext cx="365760" cy="-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2743200"/>
            <a:ext cx="36576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880360"/>
            <a:ext cx="365760" cy="-22860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2651760"/>
            <a:ext cx="365760" cy="-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2468880"/>
            <a:ext cx="36576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606040"/>
            <a:ext cx="365760" cy="-22860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2377440"/>
            <a:ext cx="36576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31920"/>
            <a:ext cx="36576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867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Last: $1.82  ·  Backwardation strengthening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251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M1-M2 = nearest spread, key roll cost indicator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462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M1-M6 / M1-M12 = term structure steepness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298448"/>
            <a:ext cx="4160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BUTTERFLY STRUCTURES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664208"/>
            <a:ext cx="9601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6642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1-2-3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33288" y="1664208"/>
            <a:ext cx="96012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33288" y="16642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2-3-4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57416" y="1664208"/>
            <a:ext cx="96012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16642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4-5-6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2743200"/>
            <a:ext cx="365760" cy="-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4920" y="2514600"/>
            <a:ext cx="36576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0680" y="2926080"/>
            <a:ext cx="365760" cy="-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440" y="2560320"/>
            <a:ext cx="365760" cy="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3017520"/>
            <a:ext cx="365760" cy="-5486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2468880"/>
            <a:ext cx="36576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03720" y="2834640"/>
            <a:ext cx="365760" cy="-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69480" y="2423160"/>
            <a:ext cx="365760" cy="3200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2743200"/>
            <a:ext cx="365760" cy="-2743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01000" y="2468880"/>
            <a:ext cx="411480" cy="3200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931920"/>
            <a:ext cx="39776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2606040"/>
            <a:ext cx="39776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4709160" y="39867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Last: +$0.24  ·  Mild kink at front of curve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0" y="4251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Fly = M1 − 2×M2 + M3  (curvature, not direction)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0" y="4462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Positive fly = front months rich relative to middle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AI NEWS SENTIMENT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15087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14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RSS Feeds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(FinancialJuice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+ OilPrice.com)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20240" y="1303020"/>
            <a:ext cx="1737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1207008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93976" y="914400"/>
            <a:ext cx="15087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93976" y="914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Energy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Filter &amp;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Dedup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02736" y="1303020"/>
            <a:ext cx="1737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207008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76472" y="914400"/>
            <a:ext cx="15087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76472" y="914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Groq LLM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(LLaMA 3.3-70B)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Batch Score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85232" y="1303020"/>
            <a:ext cx="1737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4104" y="1207008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58968" y="914400"/>
            <a:ext cx="15087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58968" y="914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Persistent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Store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(40-item queue)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67728" y="1303020"/>
            <a:ext cx="1737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207008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41464" y="914400"/>
            <a:ext cx="150876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41464" y="914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Sentiment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Gauge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8FAFC"/>
                </a:solidFill>
              </a:rPr>
              <a:t>+ News Feed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1847088"/>
            <a:ext cx="502920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19202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REAL EXAMPLE SCORES  (Groq / LLaMA 3.3-70B)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2249424"/>
            <a:ext cx="48006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2677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+0.90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22677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Trump to impose sanctions targeting Iran oil sector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0" y="2286000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286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Geopolitics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36592" y="2286000"/>
            <a:ext cx="512064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28600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event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02920" y="2633472"/>
            <a:ext cx="48006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651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−0.30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" y="2651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Traders shorting Hormuz — crisis seen as over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0" y="2670048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6700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Geopolitics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736592" y="2670048"/>
            <a:ext cx="512064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6700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opinion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3017520"/>
            <a:ext cx="48006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035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+0.60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43000" y="3035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OPEC production falls by 800k bbl/d in April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0" y="3054096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30540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Supply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36592" y="3054096"/>
            <a:ext cx="512064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0540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event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02920" y="3401568"/>
            <a:ext cx="48006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419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−0.22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3000" y="3419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Central bank hikes signal demand slowdown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14800" y="3438144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0" y="34381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Macro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736592" y="3438144"/>
            <a:ext cx="512064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34381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forecast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02920" y="3785616"/>
            <a:ext cx="48006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8039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0.00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43000" y="38039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Analyst says fake-news driving oil volatility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14800" y="3822192"/>
            <a:ext cx="594360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38221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Macro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736592" y="3822192"/>
            <a:ext cx="512064" cy="182880"/>
          </a:xfrm>
          <a:prstGeom prst="roundRect">
            <a:avLst>
              <a:gd name="adj" fmla="val 15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38221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opinion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577840" y="1847088"/>
            <a:ext cx="315468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15000" y="1920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KEY DESIGN DECISIONS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715000" y="226771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Directional, not tonal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715000" y="24780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Scores crude price IMPACT — a refinery fire is bearish crude, not "negative news"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715000" y="279806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Score-only-new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715000" y="30083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Persistent 40-item queue — already-scored headlines are never re-sent to the LLM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715000" y="332841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Offline fallback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715000" y="35387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Lexicon scorer (22 oil-market phrases) activates if LLM API is unavailable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15000" y="38587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Dedup via event_key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715000" y="40690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SHA1(day + keywords) collapses near-duplicate headlines from multiple feeds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8FAFC"/>
                </a:solidFill>
              </a:rPr>
              <a:t>STATISTICAL ANOMALY ALERTS (Z-SCORE)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robust statistical engine flags when any metric deviates significantly from its recent distribution — not just price levels, but spreads, positioning, and inventories.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2633472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53312"/>
            <a:ext cx="263347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2646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WATCH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±1.5σ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Early-warning — metric approaching unusual territory. Monitor closely.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633472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53312"/>
            <a:ext cx="2633472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2646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ELEVATED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1682496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±2.0σ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19568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Statistically rare (top 5%). Review for risk management implications.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1353312"/>
            <a:ext cx="2633472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353312"/>
            <a:ext cx="263347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42646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HIGH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1682496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±3.0σ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80760" y="19568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Extreme outlier — less than 0.3% probability. Act immediately.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633472"/>
            <a:ext cx="416052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TIER A  ·  Stationary / Mean-Reverting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· % daily moves — Brent, WTI, RBOB, Heating Oil  (252d returns)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493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· Calendar spreads — Brent-WTI, RBOB-Brent, 3:2:1 Crack  (120d levels)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96849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· CFTC managed-money net positions — WTI &amp; Brent  (full history)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633472"/>
            <a:ext cx="406908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97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TIER B  ·  Rolling / Level-Based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· Price stretch — 60d rolling Bollinger-style z-score on price level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4930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· EIA inventory w/w change — crude / gasoline / distillate  (weekly ΔMb)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9684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· Robust estimator: Median + MAD×1.4826  (outlier-resistant)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———  Hysteresis prevents alert flapping at threshold boundaries (±0.3σ buffer)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CRUDE OIL DEEP-DIVE TAB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Dedicated Crude Oil page — full term structure analysis, spread history, and butterfly signals in one focused view.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Forward Curve  ·  WTI  (default, selectable)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4864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240280"/>
            <a:ext cx="54864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377440"/>
            <a:ext cx="548640" cy="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468880"/>
            <a:ext cx="548640" cy="91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2560320"/>
            <a:ext cx="548640" cy="6400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624328"/>
            <a:ext cx="548640" cy="457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670048"/>
            <a:ext cx="548640" cy="2743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697480"/>
            <a:ext cx="548640" cy="1828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715768"/>
            <a:ext cx="548640" cy="914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724912"/>
            <a:ext cx="548640" cy="914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734056"/>
            <a:ext cx="548640" cy="914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74320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743200"/>
            <a:ext cx="6400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274320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0574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542032"/>
            <a:ext cx="40233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15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Calendar Spreads  ·  WTI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365760" cy="-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749040"/>
            <a:ext cx="36576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3886200"/>
            <a:ext cx="365760" cy="-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3611880"/>
            <a:ext cx="365760" cy="-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3429000"/>
            <a:ext cx="36576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3566160"/>
            <a:ext cx="365760" cy="-22860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3337560"/>
            <a:ext cx="365760" cy="-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3154680"/>
            <a:ext cx="36576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3291840"/>
            <a:ext cx="365760" cy="-22860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3063240"/>
            <a:ext cx="365760" cy="13716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988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M1-M2  ·  Last: $1.55  ·  Strengthening backwardation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2542032"/>
            <a:ext cx="416052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6151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Butterfly Structure  ·  WTI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566160"/>
            <a:ext cx="365760" cy="-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3337560"/>
            <a:ext cx="36576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0" y="3749040"/>
            <a:ext cx="365760" cy="-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2160" y="3383280"/>
            <a:ext cx="365760" cy="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3840480"/>
            <a:ext cx="365760" cy="-5486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3291840"/>
            <a:ext cx="36576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0" y="3703320"/>
            <a:ext cx="365760" cy="-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0" y="3246120"/>
            <a:ext cx="365760" cy="3200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0" y="3566160"/>
            <a:ext cx="365760" cy="-2743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0" y="3291840"/>
            <a:ext cx="365760" cy="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547872"/>
            <a:ext cx="3931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709160" y="4498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1-2-3 Fly  ·  Last: +$0.30  ·  Front month curvature elevated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NEWS PAGE  &amp;  OTHER SECTIONS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512064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NEWS PAGE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47548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Market Sentiment Gauge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BULLISH  +0.42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527048"/>
            <a:ext cx="2743200" cy="164592"/>
          </a:xfrm>
          <a:prstGeom prst="rect">
            <a:avLst/>
          </a:prstGeom>
          <a:solidFill>
            <a:srgbClr val="1F29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527048"/>
            <a:ext cx="17373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7099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62% Bull · 23% Bear · 15% Neutral  (21 headlines, 24h decay)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4754880" cy="347472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031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+0.90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" y="21031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Trump sanctions target Iranian crude exports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07408" y="2130552"/>
            <a:ext cx="777240" cy="164592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21305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Geopolitics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8640" y="2459736"/>
            <a:ext cx="4754880" cy="347472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054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+0.60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" y="25054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OPEC April output falls below quota target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07408" y="2532888"/>
            <a:ext cx="777240" cy="164592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5328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Supply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48640" y="2862072"/>
            <a:ext cx="4754880" cy="347472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9077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+0.42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" y="29077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EIA crude stockpile falls 3.2 mb — surprise draw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07408" y="2935224"/>
            <a:ext cx="777240" cy="164592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293522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Inventory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8640" y="3264408"/>
            <a:ext cx="4754880" cy="347472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3101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−0.22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" y="33101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Fed signals further rate hikes — demand concern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07408" y="3337560"/>
            <a:ext cx="777240" cy="164592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33375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Macro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48640" y="3666744"/>
            <a:ext cx="4754880" cy="347472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7124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−0.30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" y="37124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Traders covering Hormuz shorts — risk premium fades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07408" y="3739896"/>
            <a:ext cx="777240" cy="164592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37398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Geopolitics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669280" y="932688"/>
            <a:ext cx="3063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0" y="932688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96926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Alerts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06440" y="12070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Active alert board grouped by tier (Watch / Elevated / High). Click any alert for drill-down.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69280" y="1636776"/>
            <a:ext cx="3063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669280" y="1636776"/>
            <a:ext cx="64008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16733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Shipping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06440" y="191109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Live AIS tanker map via aisstream.io. Vessel density, chokepoints (Hormuz, Suez, Bab-el-Mandeb), VLCC tracking.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69280" y="2340864"/>
            <a:ext cx="3063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669280" y="2340864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23774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Correlations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06440" y="261518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Cross-commodity correlation matrix with rolling windows. Identifies regime shifts.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69280" y="3044952"/>
            <a:ext cx="3063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669280" y="3044952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308152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Rig Count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06440" y="33192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Baker Hughes NA &amp; International rig count trends — leading indicator for crude production.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669280" y="3749040"/>
            <a:ext cx="306324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669280" y="3749040"/>
            <a:ext cx="64008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06440" y="378561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Macro / Calendar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806440" y="40233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CFTC COT positioning charts + economic release calendar. Macro context for oil prices.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LIVE SHIPPING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5486400" cy="3337560"/>
          </a:xfrm>
          <a:prstGeom prst="rect">
            <a:avLst/>
          </a:prstGeom>
          <a:solidFill>
            <a:srgbClr val="0B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Live AIS Tanker Map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94960" cy="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98448"/>
            <a:ext cx="0" cy="292608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5394960" cy="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1298448"/>
            <a:ext cx="0" cy="292608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5394960" cy="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298448"/>
            <a:ext cx="0" cy="292608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71800"/>
            <a:ext cx="5394960" cy="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298448"/>
            <a:ext cx="0" cy="292608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5394960" cy="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298448"/>
            <a:ext cx="0" cy="2926080"/>
          </a:xfrm>
          <a:prstGeom prst="line">
            <a:avLst/>
          </a:prstGeom>
          <a:noFill/>
          <a:ln w="6350">
            <a:solidFill>
              <a:srgbClr val="0F2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33088" y="193852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Hormuz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12848" y="17556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1737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Suez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852928" y="24871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2468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Bab-el-Mandeb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24128" y="22128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2194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Gibraltar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77824" y="261518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9344" y="206654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279806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38144" y="215798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21024" y="270662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52544" y="243230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92624" y="188366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" y="298094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15184" y="179222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80944" y="2889504"/>
            <a:ext cx="73152" cy="73152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059936"/>
            <a:ext cx="91440" cy="91440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0233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VLCC / Tanker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377440" y="40599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40233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High-risk chokepoint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97680" y="40599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40233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Watch chokepoint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932688"/>
            <a:ext cx="269748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1024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AIS INTEL FEATURES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1389888"/>
            <a:ext cx="257860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1463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Real-time AIS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1682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Live vessel stream via aisstream.io WebSocket — VLCCs, supertankers, product tankers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0760" y="2084832"/>
            <a:ext cx="257860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21579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Chokepoints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72200" y="2377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Hormuz · Suez · Bab-el-Mandeb · Malacca · Gibraltar — vessel density monitoring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80760" y="2779776"/>
            <a:ext cx="257860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28529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Floating Storage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72200" y="30723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Detect tankers stationary &gt;24h — key signal for physical market tightness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80760" y="3474720"/>
            <a:ext cx="257860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35478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Auto-disconnect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72200" y="3767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Vessels not heard from in 1hr are evicted — map stays clean and current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1148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———  AIS key gitignored — never committed to repo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TECHNICAL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269748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269748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" y="1408176"/>
            <a:ext cx="914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3350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React 18 + 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" y="1911096"/>
            <a:ext cx="914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83794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Vite + TanStack Query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" y="2414016"/>
            <a:ext cx="914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34086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Recharts / Chart.js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" y="2916936"/>
            <a:ext cx="914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84378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Tailwind CSS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" y="3419856"/>
            <a:ext cx="914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34670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React Router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" y="3922776"/>
            <a:ext cx="914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8496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createPortal topbar injection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932688"/>
            <a:ext cx="269748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932688"/>
            <a:ext cx="26974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93268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10712" y="1408176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13350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FastAPI (Python 3.11)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10712" y="1911096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8728" y="183794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TTLCache + disk JSON stores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0712" y="2414016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234086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EIA API v2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2916936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284378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CFTC Socrata API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10712" y="3419856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334670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Baker Hughes scraper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10712" y="3922776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38496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aisstream.io WebSocket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932688"/>
            <a:ext cx="269748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932688"/>
            <a:ext cx="26974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93268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INTELLIGENCE LAYER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45352" y="1408176"/>
            <a:ext cx="914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13350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Groq LLM (LLaMA 3.3-70B)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45352" y="1911096"/>
            <a:ext cx="914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3368" y="183794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Lexicon fallback scorer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45352" y="2414016"/>
            <a:ext cx="914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234086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40-item persistent news queue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45352" y="2916936"/>
            <a:ext cx="914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284378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Robust z-score (MAD)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45352" y="3419856"/>
            <a:ext cx="914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3368" y="334670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Hysteresis tier engine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45352" y="3922776"/>
            <a:ext cx="914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73368" y="384962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event_key semantic dedup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108960" y="2743200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REST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943600" y="2743200"/>
            <a:ext cx="4572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calls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11480" y="4544568"/>
            <a:ext cx="2057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55371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16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11480" y="47548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Z-score metrics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87752" y="4544568"/>
            <a:ext cx="2057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87752" y="455371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40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2587752" y="47548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News queue size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64024" y="4544568"/>
            <a:ext cx="2057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64024" y="455371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5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4764024" y="47548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Commodities tracked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940296" y="4544568"/>
            <a:ext cx="2057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0296" y="455371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2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940296" y="47548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LLM providers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8FAFC"/>
                </a:solidFill>
              </a:rPr>
              <a:t>WHAT'S NEXT  · 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83210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2697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269748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 — ALERTS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76072" y="140817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Wire z-score metrics into AlertsProvider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" y="20299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Alerts.tsx statistical anomaly section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Server-side push (email / Telegram)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" y="3273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Mobile notification support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987552"/>
            <a:ext cx="2697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87552"/>
            <a:ext cx="269748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98755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 — INTELLIGENCE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0712" y="140817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Fair-value model (spread z-score + COT + inventory)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10712" y="20299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PADD-level regional inventory stocks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10712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Weather impact overlay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10712" y="3273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EUR/USD + CPI macro tiles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987552"/>
            <a:ext cx="2697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87552"/>
            <a:ext cx="2697480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98755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 — SHIPPING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5352" y="140817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7d / 30d chokepoint history charts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45352" y="20299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Floating storage detection algorithm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45352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Route-level vessel density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45352" y="3273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→  Cargo type classification (VLCC / MR / Aframax)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343400"/>
            <a:ext cx="83210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343400"/>
            <a:ext cx="83210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2569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</a:rPr>
              <a:t>HORIZON — from raw data feeds to actionable intelligence, end-to-end.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 Energy Terminal</dc:title>
  <dc:subject>PptxGenJS Presentation</dc:subject>
  <dc:creator>Yash Yeole</dc:creator>
  <cp:lastModifiedBy>Yash Yeole</cp:lastModifiedBy>
  <cp:revision>1</cp:revision>
  <dcterms:created xsi:type="dcterms:W3CDTF">2026-06-11T17:07:00Z</dcterms:created>
  <dcterms:modified xsi:type="dcterms:W3CDTF">2026-06-11T17:07:00Z</dcterms:modified>
</cp:coreProperties>
</file>